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60" r:id="rId4"/>
    <p:sldId id="267" r:id="rId5"/>
    <p:sldId id="258" r:id="rId6"/>
    <p:sldId id="268" r:id="rId7"/>
    <p:sldId id="259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59AF18-BDB4-6A7D-6C42-44C916A3D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Artificial</a:t>
            </a:r>
            <a:r>
              <a:rPr lang="cs-CZ" dirty="0"/>
              <a:t> </a:t>
            </a:r>
            <a:r>
              <a:rPr lang="cs-CZ" dirty="0" err="1"/>
              <a:t>Intelligence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29EE5AD-F832-7000-6F2E-F893D00E15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Matej Slivka,  Stepan Barta, Karel Srna </a:t>
            </a:r>
          </a:p>
        </p:txBody>
      </p:sp>
    </p:spTree>
    <p:extLst>
      <p:ext uri="{BB962C8B-B14F-4D97-AF65-F5344CB8AC3E}">
        <p14:creationId xmlns:p14="http://schemas.microsoft.com/office/powerpoint/2010/main" val="2218543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C73CC3-806B-572E-7045-C3830BBA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DATASET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541558-3A09-41C9-14AA-A0D57A191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Our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mushrooms</a:t>
            </a:r>
            <a:endParaRPr lang="cs-CZ" dirty="0"/>
          </a:p>
          <a:p>
            <a:r>
              <a:rPr lang="cs-CZ" dirty="0" err="1"/>
              <a:t>Our</a:t>
            </a:r>
            <a:r>
              <a:rPr lang="cs-CZ" dirty="0"/>
              <a:t> </a:t>
            </a:r>
            <a:r>
              <a:rPr lang="cs-CZ" dirty="0" err="1"/>
              <a:t>goal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to </a:t>
            </a:r>
            <a:r>
              <a:rPr lang="cs-CZ" dirty="0" err="1"/>
              <a:t>predict</a:t>
            </a:r>
            <a:r>
              <a:rPr lang="cs-CZ" dirty="0"/>
              <a:t> </a:t>
            </a:r>
            <a:r>
              <a:rPr lang="cs-CZ" dirty="0" err="1"/>
              <a:t>whether</a:t>
            </a:r>
            <a:r>
              <a:rPr lang="cs-CZ" dirty="0"/>
              <a:t> </a:t>
            </a:r>
            <a:r>
              <a:rPr lang="cs-CZ" dirty="0" err="1"/>
              <a:t>mushroom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edible</a:t>
            </a:r>
            <a:r>
              <a:rPr lang="cs-CZ" dirty="0"/>
              <a:t> </a:t>
            </a:r>
            <a:r>
              <a:rPr lang="cs-CZ" dirty="0" err="1"/>
              <a:t>or</a:t>
            </a:r>
            <a:r>
              <a:rPr lang="cs-CZ" dirty="0"/>
              <a:t> </a:t>
            </a:r>
            <a:r>
              <a:rPr lang="cs-CZ" dirty="0" err="1"/>
              <a:t>poisonous</a:t>
            </a:r>
            <a:r>
              <a:rPr lang="cs-CZ" dirty="0"/>
              <a:t> </a:t>
            </a:r>
            <a:r>
              <a:rPr lang="cs-CZ" dirty="0" err="1"/>
              <a:t>based</a:t>
            </a:r>
            <a:r>
              <a:rPr lang="cs-CZ" dirty="0"/>
              <a:t> on </a:t>
            </a:r>
            <a:r>
              <a:rPr lang="cs-CZ" dirty="0" err="1"/>
              <a:t>statistical</a:t>
            </a:r>
            <a:r>
              <a:rPr lang="cs-CZ" dirty="0"/>
              <a:t> data and </a:t>
            </a:r>
            <a:r>
              <a:rPr lang="cs-CZ" dirty="0" err="1"/>
              <a:t>trained</a:t>
            </a:r>
            <a:r>
              <a:rPr lang="cs-CZ" dirty="0"/>
              <a:t> AI </a:t>
            </a:r>
            <a:r>
              <a:rPr lang="cs-CZ" dirty="0" err="1"/>
              <a:t>models</a:t>
            </a:r>
            <a:endParaRPr lang="cs-CZ" dirty="0"/>
          </a:p>
          <a:p>
            <a:r>
              <a:rPr lang="cs-CZ" dirty="0"/>
              <a:t>In </a:t>
            </a:r>
            <a:r>
              <a:rPr lang="cs-CZ" dirty="0" err="1"/>
              <a:t>dataset</a:t>
            </a:r>
            <a:r>
              <a:rPr lang="cs-CZ" dirty="0"/>
              <a:t> </a:t>
            </a:r>
            <a:r>
              <a:rPr lang="cs-CZ" dirty="0" err="1"/>
              <a:t>there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4208 </a:t>
            </a:r>
            <a:r>
              <a:rPr lang="cs-CZ" dirty="0" err="1"/>
              <a:t>edible</a:t>
            </a:r>
            <a:r>
              <a:rPr lang="cs-CZ" dirty="0"/>
              <a:t> and 3916 </a:t>
            </a:r>
            <a:r>
              <a:rPr lang="cs-CZ" dirty="0" err="1"/>
              <a:t>poisonous</a:t>
            </a:r>
            <a:r>
              <a:rPr lang="cs-CZ" dirty="0"/>
              <a:t> </a:t>
            </a:r>
            <a:r>
              <a:rPr lang="cs-CZ" dirty="0" err="1"/>
              <a:t>mushrooms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7740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81587E-6BBD-72FD-D9DA-939E3AC7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1C51CD-3650-51D5-BBCC-EFFB2F958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03BB262-7536-E2F2-280B-4E1BC3CD4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053" y="450656"/>
            <a:ext cx="8695893" cy="595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419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79E1DC-ED0A-9B68-8B4A-51EDCE75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odor</a:t>
            </a:r>
            <a:endParaRPr lang="cs-CZ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1222250-066F-D76D-6A2A-CDCFD6C55C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880" y="2258271"/>
            <a:ext cx="4091475" cy="403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8D1D2097-C82A-BF67-4A23-FD4E31445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355" y="2258272"/>
            <a:ext cx="4422856" cy="403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A2DB4A59-9BE9-41C9-A08E-F8038DA0C3EA}"/>
              </a:ext>
            </a:extLst>
          </p:cNvPr>
          <p:cNvSpPr txBox="1"/>
          <p:nvPr/>
        </p:nvSpPr>
        <p:spPr>
          <a:xfrm>
            <a:off x="1969101" y="6022381"/>
            <a:ext cx="8253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Legend: a-</a:t>
            </a:r>
            <a:r>
              <a:rPr lang="cs-CZ" dirty="0" err="1"/>
              <a:t>almond</a:t>
            </a:r>
            <a:r>
              <a:rPr lang="cs-CZ" dirty="0"/>
              <a:t>, l-</a:t>
            </a:r>
            <a:r>
              <a:rPr lang="cs-CZ" dirty="0" err="1"/>
              <a:t>anise</a:t>
            </a:r>
            <a:r>
              <a:rPr lang="cs-CZ" dirty="0"/>
              <a:t>, c-</a:t>
            </a:r>
            <a:r>
              <a:rPr lang="cs-CZ" dirty="0" err="1"/>
              <a:t>creosote</a:t>
            </a:r>
            <a:r>
              <a:rPr lang="cs-CZ" dirty="0"/>
              <a:t>, y-</a:t>
            </a:r>
            <a:r>
              <a:rPr lang="cs-CZ" dirty="0" err="1"/>
              <a:t>fishy</a:t>
            </a:r>
            <a:r>
              <a:rPr lang="cs-CZ" dirty="0"/>
              <a:t>, f-</a:t>
            </a:r>
            <a:r>
              <a:rPr lang="cs-CZ" dirty="0" err="1"/>
              <a:t>foul</a:t>
            </a:r>
            <a:r>
              <a:rPr lang="cs-CZ" dirty="0"/>
              <a:t>, m-</a:t>
            </a:r>
            <a:r>
              <a:rPr lang="cs-CZ" dirty="0" err="1"/>
              <a:t>musty</a:t>
            </a:r>
            <a:r>
              <a:rPr lang="cs-CZ" dirty="0"/>
              <a:t>, n-</a:t>
            </a:r>
            <a:r>
              <a:rPr lang="cs-CZ" dirty="0" err="1"/>
              <a:t>none</a:t>
            </a:r>
            <a:r>
              <a:rPr lang="cs-CZ" dirty="0"/>
              <a:t>, p-</a:t>
            </a:r>
            <a:r>
              <a:rPr lang="cs-CZ" dirty="0" err="1"/>
              <a:t>pungent</a:t>
            </a:r>
            <a:r>
              <a:rPr lang="cs-CZ" dirty="0"/>
              <a:t>, s-</a:t>
            </a:r>
            <a:r>
              <a:rPr lang="cs-CZ" dirty="0" err="1"/>
              <a:t>spicy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206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EE6B25-AAE1-409F-DE69-265D3822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Stalks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F3A1F-1E21-D583-9190-1CD8FA66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Most </a:t>
            </a:r>
            <a:r>
              <a:rPr lang="cs-CZ" dirty="0" err="1"/>
              <a:t>important</a:t>
            </a:r>
            <a:r>
              <a:rPr lang="cs-CZ" dirty="0"/>
              <a:t> </a:t>
            </a:r>
            <a:r>
              <a:rPr lang="cs-CZ" dirty="0" err="1"/>
              <a:t>stalk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stalk</a:t>
            </a:r>
            <a:r>
              <a:rPr lang="en-US" dirty="0"/>
              <a:t>-surface-above-ring</a:t>
            </a:r>
            <a:r>
              <a:rPr lang="cs-CZ" dirty="0"/>
              <a:t> </a:t>
            </a:r>
            <a:r>
              <a:rPr lang="cs-CZ" dirty="0" err="1"/>
              <a:t>which</a:t>
            </a:r>
            <a:r>
              <a:rPr lang="cs-CZ" dirty="0"/>
              <a:t> </a:t>
            </a:r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be</a:t>
            </a:r>
            <a:r>
              <a:rPr lang="cs-CZ" dirty="0"/>
              <a:t> </a:t>
            </a:r>
            <a:r>
              <a:rPr lang="cs-CZ" dirty="0" err="1"/>
              <a:t>fibrous</a:t>
            </a:r>
            <a:r>
              <a:rPr lang="cs-CZ" dirty="0"/>
              <a:t>, </a:t>
            </a:r>
            <a:r>
              <a:rPr lang="cs-CZ" dirty="0" err="1"/>
              <a:t>scaly</a:t>
            </a:r>
            <a:r>
              <a:rPr lang="cs-CZ" dirty="0"/>
              <a:t>, </a:t>
            </a:r>
            <a:r>
              <a:rPr lang="cs-CZ" dirty="0" err="1"/>
              <a:t>silky</a:t>
            </a:r>
            <a:r>
              <a:rPr lang="cs-CZ" dirty="0"/>
              <a:t> and </a:t>
            </a:r>
            <a:r>
              <a:rPr lang="cs-CZ" dirty="0" err="1"/>
              <a:t>smooth</a:t>
            </a:r>
            <a:r>
              <a:rPr lang="cs-CZ" dirty="0"/>
              <a:t>.</a:t>
            </a:r>
          </a:p>
          <a:p>
            <a:r>
              <a:rPr lang="cs-CZ" dirty="0"/>
              <a:t>Most </a:t>
            </a:r>
            <a:r>
              <a:rPr lang="cs-CZ" dirty="0" err="1"/>
              <a:t>important</a:t>
            </a:r>
            <a:r>
              <a:rPr lang="cs-CZ" dirty="0"/>
              <a:t> atribute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silky</a:t>
            </a:r>
            <a:r>
              <a:rPr lang="cs-CZ" dirty="0"/>
              <a:t> </a:t>
            </a:r>
            <a:r>
              <a:rPr lang="en-US" dirty="0"/>
              <a:t>because of its high probability of predicting whether the mushroom will be edible or poisonous</a:t>
            </a:r>
            <a:r>
              <a:rPr lang="cs-CZ" dirty="0"/>
              <a:t>.</a:t>
            </a:r>
          </a:p>
          <a:p>
            <a:r>
              <a:rPr lang="cs-CZ" dirty="0" err="1"/>
              <a:t>From</a:t>
            </a:r>
            <a:r>
              <a:rPr lang="cs-CZ" dirty="0"/>
              <a:t> 2372 </a:t>
            </a:r>
            <a:r>
              <a:rPr lang="cs-CZ" dirty="0" err="1"/>
              <a:t>mushrooms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</a:t>
            </a:r>
            <a:r>
              <a:rPr lang="cs-CZ" dirty="0" err="1"/>
              <a:t>silky</a:t>
            </a:r>
            <a:r>
              <a:rPr lang="cs-CZ" dirty="0"/>
              <a:t> </a:t>
            </a:r>
            <a:r>
              <a:rPr lang="cs-CZ" dirty="0" err="1"/>
              <a:t>only</a:t>
            </a:r>
            <a:r>
              <a:rPr lang="cs-CZ" dirty="0"/>
              <a:t> 144 are </a:t>
            </a:r>
            <a:r>
              <a:rPr lang="cs-CZ" dirty="0" err="1"/>
              <a:t>edible</a:t>
            </a:r>
            <a:r>
              <a:rPr lang="cs-CZ" dirty="0"/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F27ED7F-C8F3-E5DD-8D5A-05E9239D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033" y="4385187"/>
            <a:ext cx="4178967" cy="215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AF98E76-381C-62D1-8C73-E864EE636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103" y="4385187"/>
            <a:ext cx="4317804" cy="215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27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431FB5-0C6F-0804-74D0-FF841CE4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Spore print</a:t>
            </a:r>
            <a:r>
              <a:rPr lang="cs-CZ" sz="1800" b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cs-CZ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color</a:t>
            </a:r>
            <a:endParaRPr lang="cs-CZ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D858FF7-236B-2C99-1994-DB0528334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79" y="2138517"/>
            <a:ext cx="6101779" cy="294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4CAA7F88-F762-EEC6-2427-D357CDD11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438" y="3514886"/>
            <a:ext cx="7859277" cy="3146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80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729C75-DC82-0375-D2CE-3918457F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Training</a:t>
            </a:r>
            <a:r>
              <a:rPr lang="cs-CZ" dirty="0"/>
              <a:t> </a:t>
            </a:r>
            <a:r>
              <a:rPr lang="cs-CZ" dirty="0" err="1"/>
              <a:t>models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730953-1D8E-2B68-8AA6-3BA8C54D3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We</a:t>
            </a:r>
            <a:r>
              <a:rPr lang="cs-CZ" dirty="0"/>
              <a:t> </a:t>
            </a:r>
            <a:r>
              <a:rPr lang="cs-CZ" dirty="0" err="1"/>
              <a:t>used</a:t>
            </a:r>
            <a:r>
              <a:rPr lang="cs-CZ" dirty="0"/>
              <a:t> h2o as </a:t>
            </a:r>
            <a:r>
              <a:rPr lang="cs-CZ" dirty="0" err="1"/>
              <a:t>it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</a:t>
            </a:r>
            <a:r>
              <a:rPr lang="cs-CZ" dirty="0" err="1"/>
              <a:t>recomended</a:t>
            </a:r>
            <a:r>
              <a:rPr lang="cs-CZ" dirty="0"/>
              <a:t> </a:t>
            </a:r>
            <a:r>
              <a:rPr lang="cs-CZ" dirty="0" err="1"/>
              <a:t>tool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creating</a:t>
            </a:r>
            <a:r>
              <a:rPr lang="cs-CZ" dirty="0"/>
              <a:t> AI </a:t>
            </a:r>
            <a:r>
              <a:rPr lang="cs-CZ" dirty="0" err="1"/>
              <a:t>models</a:t>
            </a:r>
            <a:endParaRPr lang="cs-CZ" dirty="0"/>
          </a:p>
          <a:p>
            <a:r>
              <a:rPr lang="en-US" dirty="0"/>
              <a:t>This library offers a variety of algorithms from which we sorted those suitable for our task. We were looking for supervised classification algorithms.</a:t>
            </a:r>
            <a:endParaRPr lang="cs-CZ" dirty="0"/>
          </a:p>
          <a:p>
            <a:r>
              <a:rPr lang="cs-CZ" dirty="0" err="1"/>
              <a:t>First</a:t>
            </a:r>
            <a:r>
              <a:rPr lang="cs-CZ" dirty="0"/>
              <a:t> </a:t>
            </a:r>
            <a:r>
              <a:rPr lang="cs-CZ" dirty="0" err="1"/>
              <a:t>we</a:t>
            </a:r>
            <a:r>
              <a:rPr lang="cs-CZ" dirty="0"/>
              <a:t> </a:t>
            </a:r>
            <a:r>
              <a:rPr lang="cs-CZ" dirty="0" err="1"/>
              <a:t>trained</a:t>
            </a:r>
            <a:r>
              <a:rPr lang="cs-CZ" dirty="0"/>
              <a:t> </a:t>
            </a:r>
            <a:r>
              <a:rPr lang="cs-CZ" dirty="0" err="1"/>
              <a:t>models</a:t>
            </a:r>
            <a:r>
              <a:rPr lang="cs-CZ" dirty="0"/>
              <a:t> and </a:t>
            </a:r>
            <a:r>
              <a:rPr lang="cs-CZ" dirty="0" err="1"/>
              <a:t>compared</a:t>
            </a:r>
            <a:r>
              <a:rPr lang="cs-CZ" dirty="0"/>
              <a:t> </a:t>
            </a:r>
            <a:r>
              <a:rPr lang="cs-CZ" dirty="0" err="1"/>
              <a:t>their</a:t>
            </a:r>
            <a:r>
              <a:rPr lang="cs-CZ" dirty="0"/>
              <a:t> </a:t>
            </a:r>
            <a:r>
              <a:rPr lang="cs-CZ" dirty="0" err="1"/>
              <a:t>metrics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150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814722-775A-F88A-5A68-1FC2518AF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5F541A6-5F3F-1C77-160B-A94DC380E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76" y="289229"/>
            <a:ext cx="3316690" cy="656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793EAAD-8CD1-75E5-1809-C18946AE0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994" y="387972"/>
            <a:ext cx="3302409" cy="6470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E33A642-A7A3-1C03-7769-F5FB41B5EEFE}"/>
              </a:ext>
            </a:extLst>
          </p:cNvPr>
          <p:cNvSpPr txBox="1"/>
          <p:nvPr/>
        </p:nvSpPr>
        <p:spPr>
          <a:xfrm>
            <a:off x="2572037" y="186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GBM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F7E0EAC-D791-28B2-A671-F5BA6D95360C}"/>
              </a:ext>
            </a:extLst>
          </p:cNvPr>
          <p:cNvSpPr txBox="1"/>
          <p:nvPr/>
        </p:nvSpPr>
        <p:spPr>
          <a:xfrm>
            <a:off x="8425543" y="1045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XGBoost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4715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41F915-AF4C-DB23-50BC-4B38E952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experiments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19321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3B6E2-1DDF-CFBF-B519-4391C045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lang="cs-CZ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cap </a:t>
            </a:r>
            <a:r>
              <a:rPr lang="cs-CZ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related</a:t>
            </a:r>
            <a:r>
              <a:rPr lang="cs-CZ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columns</a:t>
            </a:r>
            <a:endParaRPr lang="cs-CZ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ECB2C54-2417-5646-22EF-6B9A12BBBB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11" y="2153412"/>
            <a:ext cx="3426849" cy="450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33719417-216B-C9E7-B214-0705F9B33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170" y="3150539"/>
            <a:ext cx="5637694" cy="251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55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71B10B-620C-39FD-FC15-6BF327C5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ODOr</a:t>
            </a:r>
            <a:r>
              <a:rPr lang="cs-CZ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only</a:t>
            </a:r>
            <a:endParaRPr lang="cs-CZ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56AA954-3769-1DF8-A201-69AC7AEFF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11" y="2153412"/>
            <a:ext cx="344805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8816BF04-96BF-7288-1D64-95B875BFD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033" y="3110897"/>
            <a:ext cx="5837018" cy="251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678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EAB9F4-15A6-618C-7D92-1C994EB7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stalks</a:t>
            </a:r>
            <a:r>
              <a:rPr lang="cs-CZ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only</a:t>
            </a:r>
            <a:endParaRPr lang="cs-CZ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BAEE0CC-2C0B-6E03-8ADE-B7B2CC191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99" y="2153412"/>
            <a:ext cx="3480873" cy="323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E1935FD0-8502-FA41-B405-B48216721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5" y="5388077"/>
            <a:ext cx="3200400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49096806-5830-D1B2-4936-E745F6CB7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09" y="3429000"/>
            <a:ext cx="5243211" cy="256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551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29E0A5-5C28-D68F-7B7B-A1A254DC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Lowest number of columns</a:t>
            </a:r>
            <a:endParaRPr lang="cs-CZ" sz="1200" b="1" dirty="0">
              <a:effectLst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E56537C-90EB-0551-23BD-FBA44BEF1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75" y="2181924"/>
            <a:ext cx="3367921" cy="324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D7C1FBDE-7D60-72FF-8C90-DA0A31901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75" y="5426717"/>
            <a:ext cx="3388723" cy="119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35226B66-6849-3288-8929-25D9C6F78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242" y="3429000"/>
            <a:ext cx="443865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180224"/>
      </p:ext>
    </p:extLst>
  </p:cSld>
  <p:clrMapOvr>
    <a:masterClrMapping/>
  </p:clrMapOvr>
</p:sld>
</file>

<file path=ppt/theme/theme1.xml><?xml version="1.0" encoding="utf-8"?>
<a:theme xmlns:a="http://schemas.openxmlformats.org/drawingml/2006/main" name="Balík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TM10001115[[fn=Balík]]</Template>
  <TotalTime>81</TotalTime>
  <Words>179</Words>
  <Application>Microsoft Office PowerPoint</Application>
  <PresentationFormat>Širokoúhlá obrazovka</PresentationFormat>
  <Paragraphs>24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Balík</vt:lpstr>
      <vt:lpstr>Artificial Intelligence</vt:lpstr>
      <vt:lpstr>DATASET</vt:lpstr>
      <vt:lpstr>Prezentace aplikace PowerPoint</vt:lpstr>
      <vt:lpstr>odor</vt:lpstr>
      <vt:lpstr>Stalks</vt:lpstr>
      <vt:lpstr>Spore print color</vt:lpstr>
      <vt:lpstr>Training models</vt:lpstr>
      <vt:lpstr>Prezentace aplikace PowerPoint</vt:lpstr>
      <vt:lpstr>experiments</vt:lpstr>
      <vt:lpstr>only cap related columns</vt:lpstr>
      <vt:lpstr>ODOr only</vt:lpstr>
      <vt:lpstr>stalks only</vt:lpstr>
      <vt:lpstr>Lowest number of columns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Bárta Štěpán (243390)</dc:creator>
  <cp:lastModifiedBy>Bárta Štěpán (243390)</cp:lastModifiedBy>
  <cp:revision>1</cp:revision>
  <dcterms:created xsi:type="dcterms:W3CDTF">2023-06-13T15:09:49Z</dcterms:created>
  <dcterms:modified xsi:type="dcterms:W3CDTF">2023-06-13T16:31:27Z</dcterms:modified>
</cp:coreProperties>
</file>